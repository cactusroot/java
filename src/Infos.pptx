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sldIdLst>
    <p:sldId id="318" r:id="rId2"/>
    <p:sldId id="320" r:id="rId3"/>
    <p:sldId id="321" r:id="rId4"/>
    <p:sldId id="324" r:id="rId5"/>
    <p:sldId id="322" r:id="rId6"/>
    <p:sldId id="323" r:id="rId7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7D82"/>
    <a:srgbClr val="000000"/>
    <a:srgbClr val="0000FF"/>
    <a:srgbClr val="FF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96" autoAdjust="0"/>
    <p:restoredTop sz="97484" autoAdjust="0"/>
  </p:normalViewPr>
  <p:slideViewPr>
    <p:cSldViewPr snapToGrid="0">
      <p:cViewPr varScale="1">
        <p:scale>
          <a:sx n="154" d="100"/>
          <a:sy n="154" d="100"/>
        </p:scale>
        <p:origin x="112" y="2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2311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0881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245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5211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600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4650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8812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1980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5781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967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B683-5B55-47E9-B45C-EB67E128550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636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74B683-5B55-47E9-B45C-EB67E1285507}" type="datetimeFigureOut">
              <a:rPr lang="de-DE" smtClean="0"/>
              <a:t>26.09.2025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3BE6F-4336-4318-AF2D-E80AFC66D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75747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www.junioruni-essen.de/" TargetMode="External"/><Relationship Id="rId7" Type="http://schemas.openxmlformats.org/officeDocument/2006/relationships/hyperlink" Target="https://github.com/Cactusroot/Jav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C29F4-26F0-4BE9-9465-D317D167A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  <a:solidFill>
            <a:srgbClr val="000000">
              <a:alpha val="25000"/>
            </a:srgbClr>
          </a:solidFill>
        </p:spPr>
        <p:txBody>
          <a:bodyPr/>
          <a:lstStyle/>
          <a:p>
            <a:r>
              <a:rPr lang="de-DE" dirty="0"/>
              <a:t>Informationen</a:t>
            </a:r>
          </a:p>
        </p:txBody>
      </p:sp>
      <p:pic>
        <p:nvPicPr>
          <p:cNvPr id="5" name="Picture 4">
            <a:hlinkClick r:id="rId3"/>
            <a:extLst>
              <a:ext uri="{FF2B5EF4-FFF2-40B4-BE49-F238E27FC236}">
                <a16:creationId xmlns:a16="http://schemas.microsoft.com/office/drawing/2014/main" id="{5542AF0F-1003-4042-BF06-D3F6158FA1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0"/>
            <a:ext cx="1524000" cy="1524000"/>
          </a:xfrm>
          <a:prstGeom prst="rect">
            <a:avLst/>
          </a:prstGeom>
        </p:spPr>
      </p:pic>
      <p:pic>
        <p:nvPicPr>
          <p:cNvPr id="9" name="Content Placeholder 8" descr="Laptop with solid fill">
            <a:extLst>
              <a:ext uri="{FF2B5EF4-FFF2-40B4-BE49-F238E27FC236}">
                <a16:creationId xmlns:a16="http://schemas.microsoft.com/office/drawing/2014/main" id="{0B0E6039-616C-4238-8E66-FD486931A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96600" y="5578475"/>
            <a:ext cx="914400" cy="914400"/>
          </a:xfrm>
        </p:spPr>
      </p:pic>
      <p:pic>
        <p:nvPicPr>
          <p:cNvPr id="4" name="Picture 3">
            <a:hlinkClick r:id="rId7"/>
            <a:extLst>
              <a:ext uri="{FF2B5EF4-FFF2-40B4-BE49-F238E27FC236}">
                <a16:creationId xmlns:a16="http://schemas.microsoft.com/office/drawing/2014/main" id="{D6A60518-66E6-4120-9201-2F78A0C6B0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55784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67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B76D-BC5E-4B07-ACC0-A7E2DF606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altLang="de-DE" sz="4400" b="0" i="0" u="none" strike="noStrike" cap="none" normalizeH="0" baseline="0" dirty="0">
                <a:ln>
                  <a:noFill/>
                </a:ln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Kursstart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9B966-6D1E-4B7D-9C37-B4227451F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Hallo!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altLang="de-DE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 22.02. beginnt der Programmierkurs an der Junior Uni.</a:t>
            </a:r>
            <a:endParaRPr lang="de-DE" altLang="de-DE" sz="8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altLang="de-DE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Standort: Gesundheitspark Altenessen (ehem. Marienhospital)</a:t>
            </a:r>
            <a:br>
              <a:rPr kumimoji="0" lang="de-DE" altLang="de-DE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de-DE" altLang="de-DE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Hospitalstraße 24</a:t>
            </a:r>
            <a:br>
              <a:rPr kumimoji="0" lang="de-DE" altLang="de-DE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de-DE" altLang="de-DE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45329 Essen</a:t>
            </a:r>
            <a:endParaRPr lang="de-DE" altLang="de-DE" sz="8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altLang="de-DE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 wäre super, wenn du zu allen Terminen kommst, da die Inhalte aufeinander aufbauen.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 bekommst </a:t>
            </a:r>
            <a:r>
              <a:rPr kumimoji="0" lang="de-DE" altLang="de-DE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für die Dauer des Kurses einen leistungsstarken Laptop zusammen mit einem Netzteil und einer Tasche bereitgestellt, den du für die Entwicklung des Spiels verwendest. Bring dazu bitte den </a:t>
            </a:r>
            <a:r>
              <a:rPr kumimoji="0" lang="de-DE" altLang="de-DE" sz="28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Leihvertrag</a:t>
            </a:r>
            <a:r>
              <a:rPr kumimoji="0" lang="de-DE" altLang="de-DE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zum ersten Kurstermin ausgefüllt und unterschrieben mit.</a:t>
            </a:r>
            <a:endParaRPr lang="de-DE" altLang="de-DE" sz="8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de-DE" altLang="de-DE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 kannst das Spiel direkt auf einem Android-Handy testen! </a:t>
            </a:r>
            <a:br>
              <a:rPr kumimoji="0" lang="de-DE" altLang="de-DE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de-DE" altLang="de-DE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Nimm dein </a:t>
            </a:r>
            <a:r>
              <a:rPr kumimoji="0" lang="de-DE" altLang="de-DE" sz="28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Handy</a:t>
            </a:r>
            <a:r>
              <a:rPr kumimoji="0" lang="de-DE" altLang="de-DE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zusammen mit einem </a:t>
            </a:r>
            <a:r>
              <a:rPr kumimoji="0" lang="de-DE" altLang="de-DE" sz="28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USB-C-Kabel</a:t>
            </a:r>
            <a:r>
              <a:rPr kumimoji="0" lang="de-DE" altLang="de-DE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mit.</a:t>
            </a:r>
            <a:br>
              <a:rPr kumimoji="0" lang="de-DE" altLang="de-DE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de-DE" altLang="de-DE" sz="2800" b="1" i="0" u="none" strike="noStrike" cap="none" normalizeH="0" baseline="0" dirty="0">
                <a:ln>
                  <a:noFill/>
                </a:ln>
                <a:solidFill>
                  <a:srgbClr val="F27D8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Auf dem Handy darf kein Family Link installiert sein.</a:t>
            </a:r>
            <a:br>
              <a:rPr kumimoji="0" lang="de-DE" altLang="de-DE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de-DE" altLang="de-DE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Wir können das Spiel aufgrund der Restriktionen des Apple-Ökosystems leider nicht auf iOS installieren.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Wir freuen uns auf euch!</a:t>
            </a:r>
            <a:endParaRPr kumimoji="0" lang="de-DE" altLang="de-DE" sz="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Lion und Lasse</a:t>
            </a:r>
            <a:endParaRPr kumimoji="0" lang="de-DE" altLang="de-DE" sz="4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4" name="Grafik 2">
            <a:extLst>
              <a:ext uri="{FF2B5EF4-FFF2-40B4-BE49-F238E27FC236}">
                <a16:creationId xmlns:a16="http://schemas.microsoft.com/office/drawing/2014/main" id="{4E13E666-F493-4FA2-8C13-DB671F879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28" t="26936" b="33696"/>
          <a:stretch>
            <a:fillRect/>
          </a:stretch>
        </p:blipFill>
        <p:spPr bwMode="auto">
          <a:xfrm>
            <a:off x="10545762" y="3672151"/>
            <a:ext cx="1646238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118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3D464-E8A6-4F16-B231-80688280C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Family Link Restriktionen umgehen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6047F-D17B-45AD-9B67-5524A12FF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89373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DF813-EE93-425A-B044-6AAE2FADF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Informationen recherchieren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CB7ED-8D0E-4ED2-A0C2-4FA896016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5441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E89BC-A7E5-4160-B7AC-C37B5B5B6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Ablauf Sommersemester 2025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F764F4F-A0F2-4F8D-B731-509381F16F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2310689"/>
              </p:ext>
            </p:extLst>
          </p:nvPr>
        </p:nvGraphicFramePr>
        <p:xfrm>
          <a:off x="838200" y="1825625"/>
          <a:ext cx="10515596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892">
                  <a:extLst>
                    <a:ext uri="{9D8B030D-6E8A-4147-A177-3AD203B41FA5}">
                      <a16:colId xmlns:a16="http://schemas.microsoft.com/office/drawing/2014/main" val="3675322223"/>
                    </a:ext>
                  </a:extLst>
                </a:gridCol>
                <a:gridCol w="1572272">
                  <a:extLst>
                    <a:ext uri="{9D8B030D-6E8A-4147-A177-3AD203B41FA5}">
                      <a16:colId xmlns:a16="http://schemas.microsoft.com/office/drawing/2014/main" val="829809223"/>
                    </a:ext>
                  </a:extLst>
                </a:gridCol>
                <a:gridCol w="1046802">
                  <a:extLst>
                    <a:ext uri="{9D8B030D-6E8A-4147-A177-3AD203B41FA5}">
                      <a16:colId xmlns:a16="http://schemas.microsoft.com/office/drawing/2014/main" val="3562242639"/>
                    </a:ext>
                  </a:extLst>
                </a:gridCol>
                <a:gridCol w="7468630">
                  <a:extLst>
                    <a:ext uri="{9D8B030D-6E8A-4147-A177-3AD203B41FA5}">
                      <a16:colId xmlns:a16="http://schemas.microsoft.com/office/drawing/2014/main" val="162909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Datum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Uhrzeit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Inhalt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997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Freitag, 20.2.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17 – 20 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IDE, Befehle, Variablen, Datentypen und Operationen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105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Samstag, 21.2.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10 – 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Mengen und Abbildungen, Klassen und Methoden, Kontrollfluss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232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Freitag, 27.2.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17 – 20 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Induktion und Rekursion, Datenstrukturen und Algorithmen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541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Samstag, 28.2.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10 – 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Paradigmen, </a:t>
                      </a:r>
                      <a:r>
                        <a:rPr lang="de-DE" dirty="0" err="1">
                          <a:solidFill>
                            <a:schemeClr val="tx1"/>
                          </a:solidFill>
                        </a:rPr>
                        <a:t>Generics</a:t>
                      </a:r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, Modellierung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507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Freitag, 6.3.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17 – 20 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Koordinatensysteme, Vektorrechnung, Eingabe/Ausgabe, Rendering (alles 2D)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108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Samstag, 7.3.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10 – 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Implementation eines erweiterbaren Open World Spiels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401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Freitag, 13.3.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17 – 20 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Entwurf eines Entwicklungsplans</a:t>
                      </a:r>
                    </a:p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Wahl aus Sounds &amp; Musik, Text, UI, Android-Support, Partikel &amp; Animationen, Shader, Datenspeicherung, Metaprogression, Multiplayer, Sensoren, Physik und Kollisionen, prozedurale Generation, komplexere Spielmechaniken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507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Samstag, 14.3.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10 – 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745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Freitag, 20.3.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17 – 20 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336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Samstag, 21.3.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10 – 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de-D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493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37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C06D6-1C95-46F8-8055-08448BD11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Frühstudium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264C7-7BBF-49C6-9F95-F80408105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0027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4">
      <a:dk1>
        <a:sysClr val="windowText" lastClr="000000"/>
      </a:dk1>
      <a:lt1>
        <a:srgbClr val="F2F5FA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330</Words>
  <Application>Microsoft Office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</vt:lpstr>
      <vt:lpstr>Informationen</vt:lpstr>
      <vt:lpstr>Kursstart</vt:lpstr>
      <vt:lpstr>Family Link Restriktionen umgehen</vt:lpstr>
      <vt:lpstr>Informationen recherchieren</vt:lpstr>
      <vt:lpstr>Ablauf Sommersemester 2025</vt:lpstr>
      <vt:lpstr>Frühstudium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2025-03-17T21:24:38Z</dcterms:created>
  <dcterms:modified xsi:type="dcterms:W3CDTF">2025-09-26T20:19:50Z</dcterms:modified>
</cp:coreProperties>
</file>